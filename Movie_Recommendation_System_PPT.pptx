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66" r:id="rId13"/>
  </p:sldIdLst>
  <p:sldSz cx="9144000" cy="5143500" type="screen16x9"/>
  <p:notesSz cx="6858000" cy="9144000"/>
  <p:embeddedFontLst>
    <p:embeddedFont>
      <p:font typeface="Alfa Slab One" panose="020B0604020202020204" charset="0"/>
      <p:regular r:id="rId15"/>
    </p:embeddedFont>
    <p:embeddedFont>
      <p:font typeface="Proxima Nova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da rane" userId="950613331bfca9d2" providerId="LiveId" clId="{06E7419A-1E7A-4AAD-986C-89137A6FAB99}"/>
    <pc:docChg chg="undo custSel addSld delSld modSld sldOrd">
      <pc:chgData name="akshada rane" userId="950613331bfca9d2" providerId="LiveId" clId="{06E7419A-1E7A-4AAD-986C-89137A6FAB99}" dt="2025-05-22T20:09:05.948" v="782" actId="1076"/>
      <pc:docMkLst>
        <pc:docMk/>
      </pc:docMkLst>
      <pc:sldChg chg="modSp mod">
        <pc:chgData name="akshada rane" userId="950613331bfca9d2" providerId="LiveId" clId="{06E7419A-1E7A-4AAD-986C-89137A6FAB99}" dt="2025-05-22T18:57:19.086" v="28" actId="20577"/>
        <pc:sldMkLst>
          <pc:docMk/>
          <pc:sldMk cId="0" sldId="256"/>
        </pc:sldMkLst>
        <pc:spChg chg="mod">
          <ac:chgData name="akshada rane" userId="950613331bfca9d2" providerId="LiveId" clId="{06E7419A-1E7A-4AAD-986C-89137A6FAB99}" dt="2025-05-22T18:57:10.742" v="1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akshada rane" userId="950613331bfca9d2" providerId="LiveId" clId="{06E7419A-1E7A-4AAD-986C-89137A6FAB99}" dt="2025-05-22T18:57:19.086" v="28" actId="20577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Notes">
        <pc:chgData name="akshada rane" userId="950613331bfca9d2" providerId="LiveId" clId="{06E7419A-1E7A-4AAD-986C-89137A6FAB99}" dt="2025-05-22T20:09:05.948" v="782" actId="1076"/>
        <pc:sldMkLst>
          <pc:docMk/>
          <pc:sldMk cId="0" sldId="257"/>
        </pc:sldMkLst>
        <pc:spChg chg="add mod">
          <ac:chgData name="akshada rane" userId="950613331bfca9d2" providerId="LiveId" clId="{06E7419A-1E7A-4AAD-986C-89137A6FAB99}" dt="2025-05-22T19:01:49.330" v="30" actId="27636"/>
          <ac:spMkLst>
            <pc:docMk/>
            <pc:sldMk cId="0" sldId="257"/>
            <ac:spMk id="2" creationId="{67A071F2-BE1D-D76D-FA85-60E36AAB50F9}"/>
          </ac:spMkLst>
        </pc:spChg>
        <pc:spChg chg="add mod">
          <ac:chgData name="akshada rane" userId="950613331bfca9d2" providerId="LiveId" clId="{06E7419A-1E7A-4AAD-986C-89137A6FAB99}" dt="2025-05-22T19:03:34.194" v="49" actId="14100"/>
          <ac:spMkLst>
            <pc:docMk/>
            <pc:sldMk cId="0" sldId="257"/>
            <ac:spMk id="3" creationId="{D0B81A7D-BFA5-5D8E-8ECA-CBA71C7CF2FC}"/>
          </ac:spMkLst>
        </pc:spChg>
        <pc:spChg chg="add mod">
          <ac:chgData name="akshada rane" userId="950613331bfca9d2" providerId="LiveId" clId="{06E7419A-1E7A-4AAD-986C-89137A6FAB99}" dt="2025-05-22T19:17:34.921" v="112" actId="113"/>
          <ac:spMkLst>
            <pc:docMk/>
            <pc:sldMk cId="0" sldId="257"/>
            <ac:spMk id="4" creationId="{932E8FAA-CFC2-B0B1-D1A8-13494C06D61C}"/>
          </ac:spMkLst>
        </pc:spChg>
        <pc:spChg chg="add mod">
          <ac:chgData name="akshada rane" userId="950613331bfca9d2" providerId="LiveId" clId="{06E7419A-1E7A-4AAD-986C-89137A6FAB99}" dt="2025-05-22T19:17:31.964" v="111" actId="113"/>
          <ac:spMkLst>
            <pc:docMk/>
            <pc:sldMk cId="0" sldId="257"/>
            <ac:spMk id="5" creationId="{6BA01177-B5C5-A8A6-94BC-81EC020E04A1}"/>
          </ac:spMkLst>
        </pc:spChg>
        <pc:spChg chg="add mod">
          <ac:chgData name="akshada rane" userId="950613331bfca9d2" providerId="LiveId" clId="{06E7419A-1E7A-4AAD-986C-89137A6FAB99}" dt="2025-05-22T19:17:38.073" v="113" actId="113"/>
          <ac:spMkLst>
            <pc:docMk/>
            <pc:sldMk cId="0" sldId="257"/>
            <ac:spMk id="6" creationId="{6D51F74C-CDD3-1390-FC95-E52FFA5D9A31}"/>
          </ac:spMkLst>
        </pc:spChg>
        <pc:spChg chg="add mod">
          <ac:chgData name="akshada rane" userId="950613331bfca9d2" providerId="LiveId" clId="{06E7419A-1E7A-4AAD-986C-89137A6FAB99}" dt="2025-05-22T20:09:05.948" v="782" actId="1076"/>
          <ac:spMkLst>
            <pc:docMk/>
            <pc:sldMk cId="0" sldId="257"/>
            <ac:spMk id="9" creationId="{2F7F9DA6-6923-61E9-A69C-BDA2719D8DB3}"/>
          </ac:spMkLst>
        </pc:spChg>
        <pc:spChg chg="add mod">
          <ac:chgData name="akshada rane" userId="950613331bfca9d2" providerId="LiveId" clId="{06E7419A-1E7A-4AAD-986C-89137A6FAB99}" dt="2025-05-22T19:19:04.435" v="130"/>
          <ac:spMkLst>
            <pc:docMk/>
            <pc:sldMk cId="0" sldId="257"/>
            <ac:spMk id="10" creationId="{A2412790-8B28-5F0F-54A9-C05DD46C6341}"/>
          </ac:spMkLst>
        </pc:spChg>
        <pc:spChg chg="del mod">
          <ac:chgData name="akshada rane" userId="950613331bfca9d2" providerId="LiveId" clId="{06E7419A-1E7A-4AAD-986C-89137A6FAB99}" dt="2025-05-22T19:01:52.974" v="35"/>
          <ac:spMkLst>
            <pc:docMk/>
            <pc:sldMk cId="0" sldId="257"/>
            <ac:spMk id="64" creationId="{00000000-0000-0000-0000-000000000000}"/>
          </ac:spMkLst>
        </pc:spChg>
        <pc:spChg chg="mod">
          <ac:chgData name="akshada rane" userId="950613331bfca9d2" providerId="LiveId" clId="{06E7419A-1E7A-4AAD-986C-89137A6FAB99}" dt="2025-05-22T19:17:41.536" v="114" actId="20577"/>
          <ac:spMkLst>
            <pc:docMk/>
            <pc:sldMk cId="0" sldId="257"/>
            <ac:spMk id="65" creationId="{00000000-0000-0000-0000-000000000000}"/>
          </ac:spMkLst>
        </pc:spChg>
        <pc:cxnChg chg="add">
          <ac:chgData name="akshada rane" userId="950613331bfca9d2" providerId="LiveId" clId="{06E7419A-1E7A-4AAD-986C-89137A6FAB99}" dt="2025-05-22T19:18:06.384" v="115" actId="11529"/>
          <ac:cxnSpMkLst>
            <pc:docMk/>
            <pc:sldMk cId="0" sldId="257"/>
            <ac:cxnSpMk id="8" creationId="{2DD58F3E-AE03-B0ED-1E0F-256237C48ECF}"/>
          </ac:cxnSpMkLst>
        </pc:cxnChg>
      </pc:sldChg>
      <pc:sldChg chg="addSp delSp modSp mod">
        <pc:chgData name="akshada rane" userId="950613331bfca9d2" providerId="LiveId" clId="{06E7419A-1E7A-4AAD-986C-89137A6FAB99}" dt="2025-05-22T19:23:09.019" v="308" actId="478"/>
        <pc:sldMkLst>
          <pc:docMk/>
          <pc:sldMk cId="0" sldId="258"/>
        </pc:sldMkLst>
        <pc:spChg chg="add del mod">
          <ac:chgData name="akshada rane" userId="950613331bfca9d2" providerId="LiveId" clId="{06E7419A-1E7A-4AAD-986C-89137A6FAB99}" dt="2025-05-22T19:23:09.019" v="308" actId="478"/>
          <ac:spMkLst>
            <pc:docMk/>
            <pc:sldMk cId="0" sldId="258"/>
            <ac:spMk id="2" creationId="{78616C23-4C6B-7D12-448A-68CEF9BFE1DA}"/>
          </ac:spMkLst>
        </pc:spChg>
        <pc:spChg chg="add del mod">
          <ac:chgData name="akshada rane" userId="950613331bfca9d2" providerId="LiveId" clId="{06E7419A-1E7A-4AAD-986C-89137A6FAB99}" dt="2025-05-22T19:23:02.320" v="301" actId="478"/>
          <ac:spMkLst>
            <pc:docMk/>
            <pc:sldMk cId="0" sldId="258"/>
            <ac:spMk id="3" creationId="{F7966F65-DE4D-BE52-8302-D716AEA1D67C}"/>
          </ac:spMkLst>
        </pc:spChg>
        <pc:spChg chg="mod">
          <ac:chgData name="akshada rane" userId="950613331bfca9d2" providerId="LiveId" clId="{06E7419A-1E7A-4AAD-986C-89137A6FAB99}" dt="2025-05-22T19:22:47.221" v="298" actId="1076"/>
          <ac:spMkLst>
            <pc:docMk/>
            <pc:sldMk cId="0" sldId="258"/>
            <ac:spMk id="71" creationId="{00000000-0000-0000-0000-000000000000}"/>
          </ac:spMkLst>
        </pc:spChg>
      </pc:sldChg>
      <pc:sldChg chg="addSp delSp modSp mod modNotes">
        <pc:chgData name="akshada rane" userId="950613331bfca9d2" providerId="LiveId" clId="{06E7419A-1E7A-4AAD-986C-89137A6FAB99}" dt="2025-05-22T19:24:51.413" v="326" actId="108"/>
        <pc:sldMkLst>
          <pc:docMk/>
          <pc:sldMk cId="0" sldId="260"/>
        </pc:sldMkLst>
        <pc:spChg chg="mod">
          <ac:chgData name="akshada rane" userId="950613331bfca9d2" providerId="LiveId" clId="{06E7419A-1E7A-4AAD-986C-89137A6FAB99}" dt="2025-05-22T19:24:15.590" v="318" actId="108"/>
          <ac:spMkLst>
            <pc:docMk/>
            <pc:sldMk cId="0" sldId="260"/>
            <ac:spMk id="90" creationId="{00000000-0000-0000-0000-000000000000}"/>
          </ac:spMkLst>
        </pc:spChg>
        <pc:spChg chg="mod">
          <ac:chgData name="akshada rane" userId="950613331bfca9d2" providerId="LiveId" clId="{06E7419A-1E7A-4AAD-986C-89137A6FAB99}" dt="2025-05-22T19:24:51.413" v="326" actId="108"/>
          <ac:spMkLst>
            <pc:docMk/>
            <pc:sldMk cId="0" sldId="260"/>
            <ac:spMk id="91" creationId="{00000000-0000-0000-0000-000000000000}"/>
          </ac:spMkLst>
        </pc:spChg>
        <pc:picChg chg="add mod">
          <ac:chgData name="akshada rane" userId="950613331bfca9d2" providerId="LiveId" clId="{06E7419A-1E7A-4AAD-986C-89137A6FAB99}" dt="2025-05-22T19:24:00.822" v="316" actId="1076"/>
          <ac:picMkLst>
            <pc:docMk/>
            <pc:sldMk cId="0" sldId="260"/>
            <ac:picMk id="2" creationId="{C3F63C35-812E-DD18-F2A8-DA4961E33AF3}"/>
          </ac:picMkLst>
        </pc:picChg>
        <pc:picChg chg="add mod">
          <ac:chgData name="akshada rane" userId="950613331bfca9d2" providerId="LiveId" clId="{06E7419A-1E7A-4AAD-986C-89137A6FAB99}" dt="2025-05-22T19:24:39.342" v="323" actId="1076"/>
          <ac:picMkLst>
            <pc:docMk/>
            <pc:sldMk cId="0" sldId="260"/>
            <ac:picMk id="3" creationId="{96B2401E-366A-2579-DA0A-A20E5CBD87CB}"/>
          </ac:picMkLst>
        </pc:picChg>
        <pc:picChg chg="del">
          <ac:chgData name="akshada rane" userId="950613331bfca9d2" providerId="LiveId" clId="{06E7419A-1E7A-4AAD-986C-89137A6FAB99}" dt="2025-05-22T19:23:37.607" v="310" actId="478"/>
          <ac:picMkLst>
            <pc:docMk/>
            <pc:sldMk cId="0" sldId="260"/>
            <ac:picMk id="92" creationId="{00000000-0000-0000-0000-000000000000}"/>
          </ac:picMkLst>
        </pc:picChg>
        <pc:picChg chg="del">
          <ac:chgData name="akshada rane" userId="950613331bfca9d2" providerId="LiveId" clId="{06E7419A-1E7A-4AAD-986C-89137A6FAB99}" dt="2025-05-22T19:24:24.629" v="320" actId="478"/>
          <ac:picMkLst>
            <pc:docMk/>
            <pc:sldMk cId="0" sldId="260"/>
            <ac:picMk id="93" creationId="{00000000-0000-0000-0000-000000000000}"/>
          </ac:picMkLst>
        </pc:picChg>
      </pc:sldChg>
      <pc:sldChg chg="del">
        <pc:chgData name="akshada rane" userId="950613331bfca9d2" providerId="LiveId" clId="{06E7419A-1E7A-4AAD-986C-89137A6FAB99}" dt="2025-05-22T19:32:12.675" v="392" actId="47"/>
        <pc:sldMkLst>
          <pc:docMk/>
          <pc:sldMk cId="0" sldId="261"/>
        </pc:sldMkLst>
      </pc:sldChg>
      <pc:sldChg chg="addSp delSp modSp del mod">
        <pc:chgData name="akshada rane" userId="950613331bfca9d2" providerId="LiveId" clId="{06E7419A-1E7A-4AAD-986C-89137A6FAB99}" dt="2025-05-22T20:05:29.502" v="753" actId="2696"/>
        <pc:sldMkLst>
          <pc:docMk/>
          <pc:sldMk cId="0" sldId="262"/>
        </pc:sldMkLst>
        <pc:spChg chg="add mod">
          <ac:chgData name="akshada rane" userId="950613331bfca9d2" providerId="LiveId" clId="{06E7419A-1E7A-4AAD-986C-89137A6FAB99}" dt="2025-05-22T19:35:58.699" v="446" actId="1076"/>
          <ac:spMkLst>
            <pc:docMk/>
            <pc:sldMk cId="0" sldId="262"/>
            <ac:spMk id="2" creationId="{F9A16E62-C506-3D4F-DB23-44600BD5DB8F}"/>
          </ac:spMkLst>
        </pc:spChg>
        <pc:spChg chg="add del mod">
          <ac:chgData name="akshada rane" userId="950613331bfca9d2" providerId="LiveId" clId="{06E7419A-1E7A-4AAD-986C-89137A6FAB99}" dt="2025-05-22T19:33:52.781" v="405" actId="478"/>
          <ac:spMkLst>
            <pc:docMk/>
            <pc:sldMk cId="0" sldId="262"/>
            <ac:spMk id="4" creationId="{36514D85-7213-D247-F9F0-DFEC07E88EA6}"/>
          </ac:spMkLst>
        </pc:spChg>
        <pc:spChg chg="add mod">
          <ac:chgData name="akshada rane" userId="950613331bfca9d2" providerId="LiveId" clId="{06E7419A-1E7A-4AAD-986C-89137A6FAB99}" dt="2025-05-22T19:35:48.945" v="445" actId="1076"/>
          <ac:spMkLst>
            <pc:docMk/>
            <pc:sldMk cId="0" sldId="262"/>
            <ac:spMk id="5" creationId="{13EA7FFF-4492-C17F-6D60-0E020E7EF754}"/>
          </ac:spMkLst>
        </pc:spChg>
        <pc:spChg chg="del">
          <ac:chgData name="akshada rane" userId="950613331bfca9d2" providerId="LiveId" clId="{06E7419A-1E7A-4AAD-986C-89137A6FAB99}" dt="2025-05-22T19:33:09.202" v="395"/>
          <ac:spMkLst>
            <pc:docMk/>
            <pc:sldMk cId="0" sldId="262"/>
            <ac:spMk id="113" creationId="{00000000-0000-0000-0000-000000000000}"/>
          </ac:spMkLst>
        </pc:spChg>
        <pc:spChg chg="del mod">
          <ac:chgData name="akshada rane" userId="950613331bfca9d2" providerId="LiveId" clId="{06E7419A-1E7A-4AAD-986C-89137A6FAB99}" dt="2025-05-22T19:33:50.432" v="404" actId="478"/>
          <ac:spMkLst>
            <pc:docMk/>
            <pc:sldMk cId="0" sldId="262"/>
            <ac:spMk id="115" creationId="{00000000-0000-0000-0000-000000000000}"/>
          </ac:spMkLst>
        </pc:spChg>
        <pc:spChg chg="mod">
          <ac:chgData name="akshada rane" userId="950613331bfca9d2" providerId="LiveId" clId="{06E7419A-1E7A-4AAD-986C-89137A6FAB99}" dt="2025-05-22T19:32:22.024" v="394" actId="6549"/>
          <ac:spMkLst>
            <pc:docMk/>
            <pc:sldMk cId="0" sldId="262"/>
            <ac:spMk id="117" creationId="{00000000-0000-0000-0000-000000000000}"/>
          </ac:spMkLst>
        </pc:spChg>
        <pc:picChg chg="del">
          <ac:chgData name="akshada rane" userId="950613331bfca9d2" providerId="LiveId" clId="{06E7419A-1E7A-4AAD-986C-89137A6FAB99}" dt="2025-05-22T19:32:19.278" v="393" actId="478"/>
          <ac:picMkLst>
            <pc:docMk/>
            <pc:sldMk cId="0" sldId="262"/>
            <ac:picMk id="116" creationId="{00000000-0000-0000-0000-000000000000}"/>
          </ac:picMkLst>
        </pc:picChg>
      </pc:sldChg>
      <pc:sldChg chg="del">
        <pc:chgData name="akshada rane" userId="950613331bfca9d2" providerId="LiveId" clId="{06E7419A-1E7A-4AAD-986C-89137A6FAB99}" dt="2025-05-22T20:06:12.775" v="759" actId="47"/>
        <pc:sldMkLst>
          <pc:docMk/>
          <pc:sldMk cId="0" sldId="263"/>
        </pc:sldMkLst>
      </pc:sldChg>
      <pc:sldChg chg="del">
        <pc:chgData name="akshada rane" userId="950613331bfca9d2" providerId="LiveId" clId="{06E7419A-1E7A-4AAD-986C-89137A6FAB99}" dt="2025-05-22T20:06:14.018" v="760" actId="47"/>
        <pc:sldMkLst>
          <pc:docMk/>
          <pc:sldMk cId="0" sldId="264"/>
        </pc:sldMkLst>
      </pc:sldChg>
      <pc:sldChg chg="del">
        <pc:chgData name="akshada rane" userId="950613331bfca9d2" providerId="LiveId" clId="{06E7419A-1E7A-4AAD-986C-89137A6FAB99}" dt="2025-05-22T20:06:16.811" v="761" actId="47"/>
        <pc:sldMkLst>
          <pc:docMk/>
          <pc:sldMk cId="0" sldId="265"/>
        </pc:sldMkLst>
      </pc:sldChg>
      <pc:sldChg chg="addSp delSp modSp add mod">
        <pc:chgData name="akshada rane" userId="950613331bfca9d2" providerId="LiveId" clId="{06E7419A-1E7A-4AAD-986C-89137A6FAB99}" dt="2025-05-22T19:28:22.984" v="351" actId="108"/>
        <pc:sldMkLst>
          <pc:docMk/>
          <pc:sldMk cId="1695639624" sldId="267"/>
        </pc:sldMkLst>
        <pc:spChg chg="mod">
          <ac:chgData name="akshada rane" userId="950613331bfca9d2" providerId="LiveId" clId="{06E7419A-1E7A-4AAD-986C-89137A6FAB99}" dt="2025-05-22T19:26:04.802" v="340" actId="1076"/>
          <ac:spMkLst>
            <pc:docMk/>
            <pc:sldMk cId="1695639624" sldId="267"/>
            <ac:spMk id="90" creationId="{0B505645-8D10-EEB5-7387-BC20576976B6}"/>
          </ac:spMkLst>
        </pc:spChg>
        <pc:spChg chg="mod">
          <ac:chgData name="akshada rane" userId="950613331bfca9d2" providerId="LiveId" clId="{06E7419A-1E7A-4AAD-986C-89137A6FAB99}" dt="2025-05-22T19:28:22.984" v="351" actId="108"/>
          <ac:spMkLst>
            <pc:docMk/>
            <pc:sldMk cId="1695639624" sldId="267"/>
            <ac:spMk id="91" creationId="{F82EC532-5D10-D975-AD0D-564BE739C2DB}"/>
          </ac:spMkLst>
        </pc:spChg>
        <pc:picChg chg="del">
          <ac:chgData name="akshada rane" userId="950613331bfca9d2" providerId="LiveId" clId="{06E7419A-1E7A-4AAD-986C-89137A6FAB99}" dt="2025-05-22T19:25:09.473" v="329" actId="478"/>
          <ac:picMkLst>
            <pc:docMk/>
            <pc:sldMk cId="1695639624" sldId="267"/>
            <ac:picMk id="2" creationId="{33DE70B3-CD92-340E-F5C4-394C03641FCC}"/>
          </ac:picMkLst>
        </pc:picChg>
        <pc:picChg chg="del">
          <ac:chgData name="akshada rane" userId="950613331bfca9d2" providerId="LiveId" clId="{06E7419A-1E7A-4AAD-986C-89137A6FAB99}" dt="2025-05-22T19:28:02.817" v="347" actId="478"/>
          <ac:picMkLst>
            <pc:docMk/>
            <pc:sldMk cId="1695639624" sldId="267"/>
            <ac:picMk id="3" creationId="{19B2E482-CB04-3E23-DC48-19C471E2704B}"/>
          </ac:picMkLst>
        </pc:picChg>
        <pc:picChg chg="add mod">
          <ac:chgData name="akshada rane" userId="950613331bfca9d2" providerId="LiveId" clId="{06E7419A-1E7A-4AAD-986C-89137A6FAB99}" dt="2025-05-22T19:26:14.598" v="342" actId="14100"/>
          <ac:picMkLst>
            <pc:docMk/>
            <pc:sldMk cId="1695639624" sldId="267"/>
            <ac:picMk id="4" creationId="{2D96E686-2B7D-8809-E556-FB5834DDBE09}"/>
          </ac:picMkLst>
        </pc:picChg>
        <pc:picChg chg="add mod">
          <ac:chgData name="akshada rane" userId="950613331bfca9d2" providerId="LiveId" clId="{06E7419A-1E7A-4AAD-986C-89137A6FAB99}" dt="2025-05-22T19:28:10.384" v="349" actId="1076"/>
          <ac:picMkLst>
            <pc:docMk/>
            <pc:sldMk cId="1695639624" sldId="267"/>
            <ac:picMk id="5" creationId="{21AE8033-0931-8301-1DB5-23DFA74B05E4}"/>
          </ac:picMkLst>
        </pc:picChg>
      </pc:sldChg>
      <pc:sldChg chg="addSp delSp modSp add mod">
        <pc:chgData name="akshada rane" userId="950613331bfca9d2" providerId="LiveId" clId="{06E7419A-1E7A-4AAD-986C-89137A6FAB99}" dt="2025-05-22T19:31:58.550" v="391" actId="14100"/>
        <pc:sldMkLst>
          <pc:docMk/>
          <pc:sldMk cId="3527000009" sldId="268"/>
        </pc:sldMkLst>
        <pc:spChg chg="mod">
          <ac:chgData name="akshada rane" userId="950613331bfca9d2" providerId="LiveId" clId="{06E7419A-1E7A-4AAD-986C-89137A6FAB99}" dt="2025-05-22T19:29:34.981" v="363" actId="108"/>
          <ac:spMkLst>
            <pc:docMk/>
            <pc:sldMk cId="3527000009" sldId="268"/>
            <ac:spMk id="90" creationId="{B1304C5B-38B3-6B3C-5E7A-14BA5EA2CA60}"/>
          </ac:spMkLst>
        </pc:spChg>
        <pc:spChg chg="mod">
          <ac:chgData name="akshada rane" userId="950613331bfca9d2" providerId="LiveId" clId="{06E7419A-1E7A-4AAD-986C-89137A6FAB99}" dt="2025-05-22T19:31:19.474" v="383" actId="20577"/>
          <ac:spMkLst>
            <pc:docMk/>
            <pc:sldMk cId="3527000009" sldId="268"/>
            <ac:spMk id="91" creationId="{6C3A2964-1288-EB10-10B3-7A880CAD4E32}"/>
          </ac:spMkLst>
        </pc:spChg>
        <pc:picChg chg="add mod">
          <ac:chgData name="akshada rane" userId="950613331bfca9d2" providerId="LiveId" clId="{06E7419A-1E7A-4AAD-986C-89137A6FAB99}" dt="2025-05-22T19:30:16.985" v="370" actId="14100"/>
          <ac:picMkLst>
            <pc:docMk/>
            <pc:sldMk cId="3527000009" sldId="268"/>
            <ac:picMk id="2" creationId="{B5700356-5388-F9DA-2661-EC49F29DD9D3}"/>
          </ac:picMkLst>
        </pc:picChg>
        <pc:picChg chg="add del mod modCrop">
          <ac:chgData name="akshada rane" userId="950613331bfca9d2" providerId="LiveId" clId="{06E7419A-1E7A-4AAD-986C-89137A6FAB99}" dt="2025-05-22T19:31:58.550" v="391" actId="14100"/>
          <ac:picMkLst>
            <pc:docMk/>
            <pc:sldMk cId="3527000009" sldId="268"/>
            <ac:picMk id="3" creationId="{700192F2-EB7E-F68B-71C1-1B1A3F6AE472}"/>
          </ac:picMkLst>
        </pc:picChg>
        <pc:picChg chg="del">
          <ac:chgData name="akshada rane" userId="950613331bfca9d2" providerId="LiveId" clId="{06E7419A-1E7A-4AAD-986C-89137A6FAB99}" dt="2025-05-22T19:28:38.335" v="353" actId="478"/>
          <ac:picMkLst>
            <pc:docMk/>
            <pc:sldMk cId="3527000009" sldId="268"/>
            <ac:picMk id="4" creationId="{3EF0CBC6-F863-1A94-C00E-6711FB93733A}"/>
          </ac:picMkLst>
        </pc:picChg>
        <pc:picChg chg="del">
          <ac:chgData name="akshada rane" userId="950613331bfca9d2" providerId="LiveId" clId="{06E7419A-1E7A-4AAD-986C-89137A6FAB99}" dt="2025-05-22T19:30:26.599" v="372" actId="478"/>
          <ac:picMkLst>
            <pc:docMk/>
            <pc:sldMk cId="3527000009" sldId="268"/>
            <ac:picMk id="5" creationId="{797DF1B9-DA02-30BA-47AD-37BB39AA4B93}"/>
          </ac:picMkLst>
        </pc:picChg>
        <pc:picChg chg="add mod modCrop">
          <ac:chgData name="akshada rane" userId="950613331bfca9d2" providerId="LiveId" clId="{06E7419A-1E7A-4AAD-986C-89137A6FAB99}" dt="2025-05-22T19:31:48.885" v="388" actId="14100"/>
          <ac:picMkLst>
            <pc:docMk/>
            <pc:sldMk cId="3527000009" sldId="268"/>
            <ac:picMk id="6" creationId="{700192F2-EB7E-F68B-71C1-1B1A3F6AE472}"/>
          </ac:picMkLst>
        </pc:picChg>
      </pc:sldChg>
      <pc:sldChg chg="delSp modSp add mod ord">
        <pc:chgData name="akshada rane" userId="950613331bfca9d2" providerId="LiveId" clId="{06E7419A-1E7A-4AAD-986C-89137A6FAB99}" dt="2025-05-22T19:59:14.163" v="709" actId="2711"/>
        <pc:sldMkLst>
          <pc:docMk/>
          <pc:sldMk cId="1494027712" sldId="269"/>
        </pc:sldMkLst>
        <pc:spChg chg="mod">
          <ac:chgData name="akshada rane" userId="950613331bfca9d2" providerId="LiveId" clId="{06E7419A-1E7A-4AAD-986C-89137A6FAB99}" dt="2025-05-22T19:59:14.163" v="709" actId="2711"/>
          <ac:spMkLst>
            <pc:docMk/>
            <pc:sldMk cId="1494027712" sldId="269"/>
            <ac:spMk id="76" creationId="{F0365347-B2F3-5E7A-3238-920D04986535}"/>
          </ac:spMkLst>
        </pc:spChg>
        <pc:spChg chg="mod">
          <ac:chgData name="akshada rane" userId="950613331bfca9d2" providerId="LiveId" clId="{06E7419A-1E7A-4AAD-986C-89137A6FAB99}" dt="2025-05-22T19:58:53.568" v="707" actId="2711"/>
          <ac:spMkLst>
            <pc:docMk/>
            <pc:sldMk cId="1494027712" sldId="269"/>
            <ac:spMk id="77" creationId="{58A19EA8-489B-B483-25AA-2B6A3624C8FA}"/>
          </ac:spMkLst>
        </pc:spChg>
        <pc:spChg chg="mod">
          <ac:chgData name="akshada rane" userId="950613331bfca9d2" providerId="LiveId" clId="{06E7419A-1E7A-4AAD-986C-89137A6FAB99}" dt="2025-05-22T19:58:53.568" v="707" actId="2711"/>
          <ac:spMkLst>
            <pc:docMk/>
            <pc:sldMk cId="1494027712" sldId="269"/>
            <ac:spMk id="78" creationId="{B9A66A47-58DD-5DE7-6665-08D85AF92C72}"/>
          </ac:spMkLst>
        </pc:spChg>
        <pc:spChg chg="mod">
          <ac:chgData name="akshada rane" userId="950613331bfca9d2" providerId="LiveId" clId="{06E7419A-1E7A-4AAD-986C-89137A6FAB99}" dt="2025-05-22T19:58:53.568" v="707" actId="2711"/>
          <ac:spMkLst>
            <pc:docMk/>
            <pc:sldMk cId="1494027712" sldId="269"/>
            <ac:spMk id="80" creationId="{20E97532-E2F1-5D4F-886B-6CB1216176B0}"/>
          </ac:spMkLst>
        </pc:spChg>
        <pc:spChg chg="mod">
          <ac:chgData name="akshada rane" userId="950613331bfca9d2" providerId="LiveId" clId="{06E7419A-1E7A-4AAD-986C-89137A6FAB99}" dt="2025-05-22T19:58:53.568" v="707" actId="2711"/>
          <ac:spMkLst>
            <pc:docMk/>
            <pc:sldMk cId="1494027712" sldId="269"/>
            <ac:spMk id="82" creationId="{4AE9BFAE-6CEF-655C-5E5D-83136473EE9A}"/>
          </ac:spMkLst>
        </pc:spChg>
        <pc:picChg chg="del">
          <ac:chgData name="akshada rane" userId="950613331bfca9d2" providerId="LiveId" clId="{06E7419A-1E7A-4AAD-986C-89137A6FAB99}" dt="2025-05-22T19:43:07.838" v="450" actId="478"/>
          <ac:picMkLst>
            <pc:docMk/>
            <pc:sldMk cId="1494027712" sldId="269"/>
            <ac:picMk id="79" creationId="{53349C94-CB44-994F-4F06-E79950BBEED6}"/>
          </ac:picMkLst>
        </pc:picChg>
        <pc:picChg chg="del">
          <ac:chgData name="akshada rane" userId="950613331bfca9d2" providerId="LiveId" clId="{06E7419A-1E7A-4AAD-986C-89137A6FAB99}" dt="2025-05-22T19:43:09.602" v="451" actId="478"/>
          <ac:picMkLst>
            <pc:docMk/>
            <pc:sldMk cId="1494027712" sldId="269"/>
            <ac:picMk id="81" creationId="{34D0EA15-946F-2D51-E524-1471E30F746A}"/>
          </ac:picMkLst>
        </pc:picChg>
      </pc:sldChg>
      <pc:sldChg chg="addSp modSp add mod">
        <pc:chgData name="akshada rane" userId="950613331bfca9d2" providerId="LiveId" clId="{06E7419A-1E7A-4AAD-986C-89137A6FAB99}" dt="2025-05-22T19:57:47.484" v="705" actId="1076"/>
        <pc:sldMkLst>
          <pc:docMk/>
          <pc:sldMk cId="958139565" sldId="270"/>
        </pc:sldMkLst>
        <pc:spChg chg="add mod">
          <ac:chgData name="akshada rane" userId="950613331bfca9d2" providerId="LiveId" clId="{06E7419A-1E7A-4AAD-986C-89137A6FAB99}" dt="2025-05-22T19:57:47.484" v="705" actId="1076"/>
          <ac:spMkLst>
            <pc:docMk/>
            <pc:sldMk cId="958139565" sldId="270"/>
            <ac:spMk id="2" creationId="{451A0782-8F04-0042-34BA-09104F58BA02}"/>
          </ac:spMkLst>
        </pc:spChg>
        <pc:spChg chg="mod">
          <ac:chgData name="akshada rane" userId="950613331bfca9d2" providerId="LiveId" clId="{06E7419A-1E7A-4AAD-986C-89137A6FAB99}" dt="2025-05-22T19:51:36.600" v="581" actId="1076"/>
          <ac:spMkLst>
            <pc:docMk/>
            <pc:sldMk cId="958139565" sldId="270"/>
            <ac:spMk id="77" creationId="{1878D51B-603A-A148-8535-F67F3C73EE57}"/>
          </ac:spMkLst>
        </pc:spChg>
        <pc:spChg chg="mod">
          <ac:chgData name="akshada rane" userId="950613331bfca9d2" providerId="LiveId" clId="{06E7419A-1E7A-4AAD-986C-89137A6FAB99}" dt="2025-05-22T19:57:36.480" v="704" actId="255"/>
          <ac:spMkLst>
            <pc:docMk/>
            <pc:sldMk cId="958139565" sldId="270"/>
            <ac:spMk id="78" creationId="{94DB7760-5E78-438F-CA8C-CBC4CF07D8F0}"/>
          </ac:spMkLst>
        </pc:spChg>
        <pc:spChg chg="mod">
          <ac:chgData name="akshada rane" userId="950613331bfca9d2" providerId="LiveId" clId="{06E7419A-1E7A-4AAD-986C-89137A6FAB99}" dt="2025-05-22T19:53:27.857" v="594" actId="5793"/>
          <ac:spMkLst>
            <pc:docMk/>
            <pc:sldMk cId="958139565" sldId="270"/>
            <ac:spMk id="80" creationId="{539C4A84-06CC-7CAF-82F9-57A3423AEA6C}"/>
          </ac:spMkLst>
        </pc:spChg>
        <pc:spChg chg="mod">
          <ac:chgData name="akshada rane" userId="950613331bfca9d2" providerId="LiveId" clId="{06E7419A-1E7A-4AAD-986C-89137A6FAB99}" dt="2025-05-22T19:57:27.015" v="703" actId="1076"/>
          <ac:spMkLst>
            <pc:docMk/>
            <pc:sldMk cId="958139565" sldId="270"/>
            <ac:spMk id="82" creationId="{43E350AF-4244-6050-462D-F749960F3404}"/>
          </ac:spMkLst>
        </pc:spChg>
      </pc:sldChg>
      <pc:sldChg chg="delSp modSp add mod">
        <pc:chgData name="akshada rane" userId="950613331bfca9d2" providerId="LiveId" clId="{06E7419A-1E7A-4AAD-986C-89137A6FAB99}" dt="2025-05-22T20:06:03.620" v="758" actId="1076"/>
        <pc:sldMkLst>
          <pc:docMk/>
          <pc:sldMk cId="3732315239" sldId="271"/>
        </pc:sldMkLst>
        <pc:spChg chg="del">
          <ac:chgData name="akshada rane" userId="950613331bfca9d2" providerId="LiveId" clId="{06E7419A-1E7A-4AAD-986C-89137A6FAB99}" dt="2025-05-22T20:05:54.554" v="754" actId="478"/>
          <ac:spMkLst>
            <pc:docMk/>
            <pc:sldMk cId="3732315239" sldId="271"/>
            <ac:spMk id="2" creationId="{D727004D-8786-9EBF-BAD9-DFF4CEABF780}"/>
          </ac:spMkLst>
        </pc:spChg>
        <pc:spChg chg="mod">
          <ac:chgData name="akshada rane" userId="950613331bfca9d2" providerId="LiveId" clId="{06E7419A-1E7A-4AAD-986C-89137A6FAB99}" dt="2025-05-22T20:01:15.284" v="748" actId="255"/>
          <ac:spMkLst>
            <pc:docMk/>
            <pc:sldMk cId="3732315239" sldId="271"/>
            <ac:spMk id="77" creationId="{117A1129-E69F-5F07-CE89-AFA418D6DDD1}"/>
          </ac:spMkLst>
        </pc:spChg>
        <pc:spChg chg="mod">
          <ac:chgData name="akshada rane" userId="950613331bfca9d2" providerId="LiveId" clId="{06E7419A-1E7A-4AAD-986C-89137A6FAB99}" dt="2025-05-22T20:05:58.178" v="757" actId="20577"/>
          <ac:spMkLst>
            <pc:docMk/>
            <pc:sldMk cId="3732315239" sldId="271"/>
            <ac:spMk id="78" creationId="{5CF37ECD-7CA8-57AF-0656-DFFF5ED27DC9}"/>
          </ac:spMkLst>
        </pc:spChg>
        <pc:spChg chg="mod">
          <ac:chgData name="akshada rane" userId="950613331bfca9d2" providerId="LiveId" clId="{06E7419A-1E7A-4AAD-986C-89137A6FAB99}" dt="2025-05-22T20:01:44.550" v="750" actId="108"/>
          <ac:spMkLst>
            <pc:docMk/>
            <pc:sldMk cId="3732315239" sldId="271"/>
            <ac:spMk id="80" creationId="{FD50EB70-66C9-0F59-22C5-C60DDD29851C}"/>
          </ac:spMkLst>
        </pc:spChg>
        <pc:spChg chg="mod">
          <ac:chgData name="akshada rane" userId="950613331bfca9d2" providerId="LiveId" clId="{06E7419A-1E7A-4AAD-986C-89137A6FAB99}" dt="2025-05-22T20:06:03.620" v="758" actId="1076"/>
          <ac:spMkLst>
            <pc:docMk/>
            <pc:sldMk cId="3732315239" sldId="271"/>
            <ac:spMk id="82" creationId="{ADB22499-3780-724D-C021-B08AC64812E8}"/>
          </ac:spMkLst>
        </pc:spChg>
      </pc:sldChg>
      <pc:sldChg chg="addSp delSp modSp add mod ord">
        <pc:chgData name="akshada rane" userId="950613331bfca9d2" providerId="LiveId" clId="{06E7419A-1E7A-4AAD-986C-89137A6FAB99}" dt="2025-05-22T20:07:37.498" v="780" actId="1076"/>
        <pc:sldMkLst>
          <pc:docMk/>
          <pc:sldMk cId="2912881062" sldId="272"/>
        </pc:sldMkLst>
        <pc:spChg chg="add del mod">
          <ac:chgData name="akshada rane" userId="950613331bfca9d2" providerId="LiveId" clId="{06E7419A-1E7A-4AAD-986C-89137A6FAB99}" dt="2025-05-22T20:07:33.010" v="779" actId="478"/>
          <ac:spMkLst>
            <pc:docMk/>
            <pc:sldMk cId="2912881062" sldId="272"/>
            <ac:spMk id="2" creationId="{64C001BF-CBEE-F3CB-9DB0-2F6B19597D5E}"/>
          </ac:spMkLst>
        </pc:spChg>
        <pc:spChg chg="mod">
          <ac:chgData name="akshada rane" userId="950613331bfca9d2" providerId="LiveId" clId="{06E7419A-1E7A-4AAD-986C-89137A6FAB99}" dt="2025-05-22T20:06:31.646" v="774" actId="20577"/>
          <ac:spMkLst>
            <pc:docMk/>
            <pc:sldMk cId="2912881062" sldId="272"/>
            <ac:spMk id="70" creationId="{3A90DB2E-8D7C-81A8-C305-EF7F4E833D1D}"/>
          </ac:spMkLst>
        </pc:spChg>
        <pc:spChg chg="mod">
          <ac:chgData name="akshada rane" userId="950613331bfca9d2" providerId="LiveId" clId="{06E7419A-1E7A-4AAD-986C-89137A6FAB99}" dt="2025-05-22T20:07:37.498" v="780" actId="1076"/>
          <ac:spMkLst>
            <pc:docMk/>
            <pc:sldMk cId="2912881062" sldId="272"/>
            <ac:spMk id="71" creationId="{B2B825AA-28D9-B503-019E-7A042CF369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717d3fe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717d3fe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717d3fe6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717d3fe6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717d3fe6b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717d3fe6b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717d3fe6b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717d3fe6b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B7FF432-DE74-52A9-32F0-3491CF621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717d3fe6b_0_488:notes">
            <a:extLst>
              <a:ext uri="{FF2B5EF4-FFF2-40B4-BE49-F238E27FC236}">
                <a16:creationId xmlns:a16="http://schemas.microsoft.com/office/drawing/2014/main" id="{130AA138-D9F5-5DCD-B5E1-17D156983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717d3fe6b_0_488:notes">
            <a:extLst>
              <a:ext uri="{FF2B5EF4-FFF2-40B4-BE49-F238E27FC236}">
                <a16:creationId xmlns:a16="http://schemas.microsoft.com/office/drawing/2014/main" id="{ED74F5F6-83AA-378F-6422-A9284BA9D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88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58A4EED-2E83-5FD0-2294-5EB4FB30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717d3fe6b_0_488:notes">
            <a:extLst>
              <a:ext uri="{FF2B5EF4-FFF2-40B4-BE49-F238E27FC236}">
                <a16:creationId xmlns:a16="http://schemas.microsoft.com/office/drawing/2014/main" id="{62B2DE40-DF0D-2F0F-798C-9DC01F673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717d3fe6b_0_488:notes">
            <a:extLst>
              <a:ext uri="{FF2B5EF4-FFF2-40B4-BE49-F238E27FC236}">
                <a16:creationId xmlns:a16="http://schemas.microsoft.com/office/drawing/2014/main" id="{7AD08673-E91C-0BA9-606F-D80D44F86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185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19B79E3-188E-EB13-DAC7-234A6592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717d3fe6b_0_470:notes">
            <a:extLst>
              <a:ext uri="{FF2B5EF4-FFF2-40B4-BE49-F238E27FC236}">
                <a16:creationId xmlns:a16="http://schemas.microsoft.com/office/drawing/2014/main" id="{E01C3D23-54C6-DD6E-C238-416828CAD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717d3fe6b_0_470:notes">
            <a:extLst>
              <a:ext uri="{FF2B5EF4-FFF2-40B4-BE49-F238E27FC236}">
                <a16:creationId xmlns:a16="http://schemas.microsoft.com/office/drawing/2014/main" id="{20F9D726-63C8-7B02-FB3C-D560E633D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598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67EC90EA-6E8E-213B-5705-3538DF01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717d3fe6b_0_470:notes">
            <a:extLst>
              <a:ext uri="{FF2B5EF4-FFF2-40B4-BE49-F238E27FC236}">
                <a16:creationId xmlns:a16="http://schemas.microsoft.com/office/drawing/2014/main" id="{74D88CCA-4926-0CEB-9651-9E9CCBCFE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717d3fe6b_0_470:notes">
            <a:extLst>
              <a:ext uri="{FF2B5EF4-FFF2-40B4-BE49-F238E27FC236}">
                <a16:creationId xmlns:a16="http://schemas.microsoft.com/office/drawing/2014/main" id="{2C608394-4D83-A65B-903F-D0F100851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114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9357A18-6554-C208-4304-548F7EA7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717d3fe6b_0_470:notes">
            <a:extLst>
              <a:ext uri="{FF2B5EF4-FFF2-40B4-BE49-F238E27FC236}">
                <a16:creationId xmlns:a16="http://schemas.microsoft.com/office/drawing/2014/main" id="{E80A5438-1DA2-B7C5-5419-C7AA40F33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717d3fe6b_0_470:notes">
            <a:extLst>
              <a:ext uri="{FF2B5EF4-FFF2-40B4-BE49-F238E27FC236}">
                <a16:creationId xmlns:a16="http://schemas.microsoft.com/office/drawing/2014/main" id="{8737FC0E-3961-C825-8268-57CCE9C75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031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53E85FA-7B67-7D99-E79B-22CC5298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717d3fe6b_0_5:notes">
            <a:extLst>
              <a:ext uri="{FF2B5EF4-FFF2-40B4-BE49-F238E27FC236}">
                <a16:creationId xmlns:a16="http://schemas.microsoft.com/office/drawing/2014/main" id="{DB85DE25-BE98-4AED-9733-4CDC3B349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717d3fe6b_0_5:notes">
            <a:extLst>
              <a:ext uri="{FF2B5EF4-FFF2-40B4-BE49-F238E27FC236}">
                <a16:creationId xmlns:a16="http://schemas.microsoft.com/office/drawing/2014/main" id="{D7224C99-FFEA-01EE-A08C-B1BB1CFA1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697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717d3fe6b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717d3fe6b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rajitdatta/movielens-100k-data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1389025"/>
            <a:ext cx="8520600" cy="11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Capstone Project - 3</a:t>
            </a:r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Movie Recommendation System</a:t>
            </a:r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5744100" y="4422825"/>
            <a:ext cx="3399900" cy="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Akshada Rane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4669179" y="461172"/>
            <a:ext cx="4709400" cy="45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accent3"/>
              </a:buClr>
              <a:buSzPts val="3000"/>
              <a:buNone/>
            </a:pPr>
            <a:r>
              <a:rPr lang="en" sz="2700" dirty="0">
                <a:solidFill>
                  <a:schemeClr val="accent3"/>
                </a:solidFill>
                <a:latin typeface="Alfa Slab One"/>
                <a:sym typeface="Alfa Slab One"/>
              </a:rPr>
              <a:t>      Dataset Structure</a:t>
            </a:r>
            <a:endParaRPr sz="2700" dirty="0">
              <a:solidFill>
                <a:schemeClr val="accent3"/>
              </a:solidFill>
              <a:latin typeface="Alfa Slab One"/>
              <a:sym typeface="Alfa Slab One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81A7D-BFA5-5D8E-8ECA-CBA71C7CF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72828" y="1210885"/>
            <a:ext cx="4644828" cy="3658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spcBef>
                <a:spcPct val="0"/>
              </a:spcBef>
              <a:buSzTx/>
            </a:pPr>
            <a:r>
              <a:rPr lang="en-US" altLang="en-US" sz="1550" dirty="0"/>
              <a:t>Streaming platforms face the challenge of guiding users through overwhelming content libraries effectively.</a:t>
            </a:r>
          </a:p>
          <a:p>
            <a:pPr indent="-285750" defTabSz="914400" eaLnBrk="0" fontAlgn="base" latinLnBrk="0" hangingPunct="0">
              <a:spcBef>
                <a:spcPct val="0"/>
              </a:spcBef>
              <a:buSzTx/>
              <a:tabLst/>
            </a:pPr>
            <a:r>
              <a:rPr lang="en-US" altLang="en-US" sz="1550" dirty="0"/>
              <a:t>This report presents a hybrid recommendation engine using collaborative and content-based filtering techniques.</a:t>
            </a:r>
          </a:p>
          <a:p>
            <a:pPr indent="-285750" defTabSz="914400" eaLnBrk="0" fontAlgn="base" latinLnBrk="0" hangingPunct="0">
              <a:spcBef>
                <a:spcPct val="0"/>
              </a:spcBef>
              <a:buSzTx/>
              <a:tabLst/>
            </a:pPr>
            <a:r>
              <a:rPr lang="en-US" altLang="en-US" sz="1550" dirty="0"/>
              <a:t>The system analyzes user behavior and movie attributes to deliver personalized suggestions.</a:t>
            </a:r>
          </a:p>
          <a:p>
            <a:pPr indent="-285750" defTabSz="914400" eaLnBrk="0" fontAlgn="base" latinLnBrk="0" hangingPunct="0">
              <a:spcBef>
                <a:spcPct val="0"/>
              </a:spcBef>
              <a:buSzTx/>
              <a:tabLst/>
            </a:pPr>
            <a:r>
              <a:rPr lang="en-US" altLang="en-US" sz="1550" dirty="0"/>
              <a:t>Accurate recommendations aim to boost user satisfaction, engagement, and retention.</a:t>
            </a:r>
          </a:p>
          <a:p>
            <a:pPr indent="-285750" defTabSz="914400" eaLnBrk="0" fontAlgn="base" latinLnBrk="0" hangingPunct="0">
              <a:spcBef>
                <a:spcPct val="0"/>
              </a:spcBef>
              <a:buSzTx/>
              <a:tabLst/>
            </a:pPr>
            <a:r>
              <a:rPr lang="en-US" altLang="en-US" sz="1550" dirty="0"/>
              <a:t>By catering to diverse preferences, the model helps platforms reduce churn and better serve niche audiences.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E8FAA-CFC2-B0B1-D1A8-13494C06D61C}"/>
              </a:ext>
            </a:extLst>
          </p:cNvPr>
          <p:cNvSpPr txBox="1"/>
          <p:nvPr/>
        </p:nvSpPr>
        <p:spPr>
          <a:xfrm>
            <a:off x="6728602" y="1187607"/>
            <a:ext cx="2200877" cy="175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None/>
            </a:pPr>
            <a:r>
              <a:rPr lang="en-US" b="1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Movie Information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Movie ID 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Title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Genre(s)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Release Date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01177-B5C5-A8A6-94BC-81EC020E04A1}"/>
              </a:ext>
            </a:extLst>
          </p:cNvPr>
          <p:cNvSpPr txBox="1"/>
          <p:nvPr/>
        </p:nvSpPr>
        <p:spPr>
          <a:xfrm>
            <a:off x="5160691" y="1187607"/>
            <a:ext cx="1573901" cy="175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None/>
            </a:pPr>
            <a:r>
              <a:rPr lang="en-US" b="1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ID                            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Gender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Occupation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Zip-code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1F74C-CDD3-1390-FC95-E52FFA5D9A31}"/>
              </a:ext>
            </a:extLst>
          </p:cNvPr>
          <p:cNvSpPr txBox="1"/>
          <p:nvPr/>
        </p:nvSpPr>
        <p:spPr>
          <a:xfrm>
            <a:off x="5160691" y="2975637"/>
            <a:ext cx="2294093" cy="175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None/>
            </a:pPr>
            <a:r>
              <a:rPr lang="en-US" b="1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Ratings: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ID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Movie ID </a:t>
            </a:r>
          </a:p>
          <a:p>
            <a:pPr marL="342900" lvl="0" indent="-342900">
              <a:lnSpc>
                <a:spcPct val="115000"/>
              </a:lnSpc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Rating (1–5)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Font typeface="Courier New" panose="02070309020205020404" pitchFamily="49" charset="0"/>
              <a:buChar char="o"/>
            </a:pPr>
            <a:r>
              <a:rPr lang="en-US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Timestamp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58F3E-AE03-B0ED-1E0F-256237C48ECF}"/>
              </a:ext>
            </a:extLst>
          </p:cNvPr>
          <p:cNvCxnSpPr/>
          <p:nvPr/>
        </p:nvCxnSpPr>
        <p:spPr>
          <a:xfrm>
            <a:off x="4750025" y="339865"/>
            <a:ext cx="0" cy="4622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7F9DA6-6923-61E9-A69C-BDA2719D8DB3}"/>
              </a:ext>
            </a:extLst>
          </p:cNvPr>
          <p:cNvSpPr txBox="1"/>
          <p:nvPr/>
        </p:nvSpPr>
        <p:spPr>
          <a:xfrm>
            <a:off x="6483760" y="3002366"/>
            <a:ext cx="2763377" cy="658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800"/>
              <a:buNone/>
            </a:pPr>
            <a:r>
              <a:rPr lang="en-US" b="1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Source:</a:t>
            </a:r>
          </a:p>
          <a:p>
            <a:r>
              <a:rPr lang="en-US" sz="13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3"/>
              </a:rPr>
              <a:t>MovieLens</a:t>
            </a:r>
            <a:r>
              <a:rPr lang="en-US" sz="13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3"/>
              </a:rPr>
              <a:t> 100k Dataset – Kaggle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Wrangling  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57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took the below steps for Data Cleaning Data Transformation: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Checked for duplicates, we found no duplicates in out dataset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Checked for missing values, we found that release_date,  video_release_Date, IMDB_url had missing values, therefore </a:t>
            </a:r>
            <a:r>
              <a:rPr lang="en-US" dirty="0"/>
              <a:t>dropped these rows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We transformed date field such as ‘timestamp’ to date-time format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2"/>
          </p:nvPr>
        </p:nvSpPr>
        <p:spPr>
          <a:xfrm>
            <a:off x="48324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75" y="865975"/>
            <a:ext cx="3800950" cy="2719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24250" y="3812575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As the age increases of population the premiums/charges too go up.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8800" y="865975"/>
            <a:ext cx="3142249" cy="29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4931850" y="3812575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Charges charged to male’s are more than females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8324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411150" y="3812575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dk2"/>
                </a:solidFill>
                <a:latin typeface="Proxima Nova"/>
              </a:rPr>
              <a:t>Population with age between 25-30 are the highest user of the movie platform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899447" y="3725662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dk2"/>
                </a:solidFill>
                <a:latin typeface="Proxima Nova"/>
              </a:rPr>
              <a:t>Males are the highest consumers of the movie platform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F63C35-812E-DD18-F2A8-DA4961E33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3" y="929588"/>
            <a:ext cx="3868047" cy="2819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B2401E-366A-2579-DA0A-A20E5CBD8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850" y="929588"/>
            <a:ext cx="3900450" cy="2548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14F17E7-337E-9F3C-5D3A-5BE2228C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AFB3AB2E-0238-7811-A719-C871462AF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D792BC67-BA37-DB75-737E-232942FAE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9" name="Google Shape;89;p17">
            <a:extLst>
              <a:ext uri="{FF2B5EF4-FFF2-40B4-BE49-F238E27FC236}">
                <a16:creationId xmlns:a16="http://schemas.microsoft.com/office/drawing/2014/main" id="{AF5EF191-DB7D-67D3-9ED0-BCBFEE0C4F6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0" name="Google Shape;90;p17">
            <a:extLst>
              <a:ext uri="{FF2B5EF4-FFF2-40B4-BE49-F238E27FC236}">
                <a16:creationId xmlns:a16="http://schemas.microsoft.com/office/drawing/2014/main" id="{0B505645-8D10-EEB5-7387-BC20576976B6}"/>
              </a:ext>
            </a:extLst>
          </p:cNvPr>
          <p:cNvSpPr txBox="1"/>
          <p:nvPr/>
        </p:nvSpPr>
        <p:spPr>
          <a:xfrm>
            <a:off x="411150" y="4091545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dk2"/>
                </a:solidFill>
                <a:latin typeface="Proxima Nova"/>
              </a:rPr>
              <a:t>Students are the highest consumer of the movie platform</a:t>
            </a:r>
            <a:r>
              <a:rPr lang="en" sz="1800" dirty="0">
                <a:solidFill>
                  <a:schemeClr val="dk2"/>
                </a:solidFill>
                <a:latin typeface="Proxima Nova"/>
                <a:sym typeface="Proxima Nova"/>
              </a:rPr>
              <a:t>.</a:t>
            </a:r>
            <a:endParaRPr sz="1800" dirty="0">
              <a:solidFill>
                <a:schemeClr val="dk2"/>
              </a:solidFill>
              <a:latin typeface="Proxima Nova"/>
              <a:sym typeface="Proxima Nova"/>
            </a:endParaRPr>
          </a:p>
        </p:txBody>
      </p:sp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F82EC532-5D10-D975-AD0D-564BE739C2DB}"/>
              </a:ext>
            </a:extLst>
          </p:cNvPr>
          <p:cNvSpPr txBox="1"/>
          <p:nvPr/>
        </p:nvSpPr>
        <p:spPr>
          <a:xfrm>
            <a:off x="4899447" y="3725662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dk2"/>
                </a:solidFill>
                <a:latin typeface="Proxima Nova"/>
              </a:rPr>
              <a:t>Above are the top 10 rated movies - Highest is Star Wars (1977)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6E686-2B7D-8809-E556-FB5834DDB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865975"/>
            <a:ext cx="3999900" cy="3225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E8033-0931-8301-1DB5-23DFA74B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850" y="827749"/>
            <a:ext cx="3900450" cy="289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3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86776EE-66EB-992D-D7C2-39BA670F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6F441116-0968-57D5-8F5B-1A0D8F1B4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E7DBC9B3-7216-77B2-13FE-6195AF00F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9" name="Google Shape;89;p17">
            <a:extLst>
              <a:ext uri="{FF2B5EF4-FFF2-40B4-BE49-F238E27FC236}">
                <a16:creationId xmlns:a16="http://schemas.microsoft.com/office/drawing/2014/main" id="{0B3E0522-622A-0EAD-E7C1-08EDC57EE4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865975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90" name="Google Shape;90;p17">
            <a:extLst>
              <a:ext uri="{FF2B5EF4-FFF2-40B4-BE49-F238E27FC236}">
                <a16:creationId xmlns:a16="http://schemas.microsoft.com/office/drawing/2014/main" id="{B1304C5B-38B3-6B3C-5E7A-14BA5EA2CA60}"/>
              </a:ext>
            </a:extLst>
          </p:cNvPr>
          <p:cNvSpPr txBox="1"/>
          <p:nvPr/>
        </p:nvSpPr>
        <p:spPr>
          <a:xfrm>
            <a:off x="510600" y="4028248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dk2"/>
                </a:solidFill>
                <a:latin typeface="Proxima Nova"/>
              </a:rPr>
              <a:t>Ratings are highest for Film-Noir Genre &amp; lowest for Fantasy Genre</a:t>
            </a:r>
          </a:p>
        </p:txBody>
      </p:sp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6C3A2964-1288-EB10-10B3-7A880CAD4E32}"/>
              </a:ext>
            </a:extLst>
          </p:cNvPr>
          <p:cNvSpPr txBox="1"/>
          <p:nvPr/>
        </p:nvSpPr>
        <p:spPr>
          <a:xfrm>
            <a:off x="4899447" y="3725662"/>
            <a:ext cx="38010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800" dirty="0">
              <a:solidFill>
                <a:schemeClr val="dk2"/>
              </a:solidFill>
              <a:latin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700356-5388-F9DA-2661-EC49F29D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865975"/>
            <a:ext cx="3999900" cy="31622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0192F2-EB7E-F68B-71C1-1B1A3F6AE4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0235"/>
          <a:stretch/>
        </p:blipFill>
        <p:spPr>
          <a:xfrm>
            <a:off x="4899447" y="865975"/>
            <a:ext cx="3801000" cy="1969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0192F2-EB7E-F68B-71C1-1B1A3F6AE4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274"/>
          <a:stretch/>
        </p:blipFill>
        <p:spPr>
          <a:xfrm>
            <a:off x="4832400" y="2922659"/>
            <a:ext cx="3999900" cy="186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0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B47845D9-C5CE-5568-0E27-1F5C3BA9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F0365347-B2F3-5E7A-3238-920D04986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lfa Slab One" panose="020B0604020202020204" charset="0"/>
                <a:cs typeface="Times New Roman" panose="02020603050405020304" pitchFamily="18" charset="0"/>
              </a:rPr>
              <a:t>Recommendation System</a:t>
            </a:r>
            <a:endParaRPr b="1" dirty="0">
              <a:latin typeface="Alfa Slab One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58A19EA8-489B-B483-25AA-2B6A3624C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5975"/>
            <a:ext cx="435329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Item-Item Recommendations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Item-Item Recommendations using k-NN identify movies similar to a selected title based on user rating patterns. By measuring the similarity between movies (using cosine similarity), the model suggests top-k titles that users with similar tastes are likely to enjoy.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B9A66A47-58DD-5DE7-6665-08D85AF92C7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02143" y="752318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0E97532-E2F1-5D4F-886B-6CB1216176B0}"/>
              </a:ext>
            </a:extLst>
          </p:cNvPr>
          <p:cNvSpPr txBox="1"/>
          <p:nvPr/>
        </p:nvSpPr>
        <p:spPr>
          <a:xfrm>
            <a:off x="311700" y="2657950"/>
            <a:ext cx="4353290" cy="2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400"/>
            </a:pPr>
            <a:r>
              <a:rPr lang="en-US" sz="1300" b="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Implementation Steps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Built user-item matrix → Transposed for item vectors.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Selected a target movie for which to find similar titles.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Applied k-NN to identify most similar movies by rating pattern.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Mapped similar item indices back to movie titles for recommendations.</a:t>
            </a:r>
          </a:p>
          <a:p>
            <a:pPr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400"/>
            </a:pPr>
            <a:endParaRPr lang="en-US" sz="13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4AE9BFAE-6CEF-655C-5E5D-83136473EE9A}"/>
              </a:ext>
            </a:extLst>
          </p:cNvPr>
          <p:cNvSpPr txBox="1"/>
          <p:nvPr/>
        </p:nvSpPr>
        <p:spPr>
          <a:xfrm>
            <a:off x="4832400" y="1115870"/>
            <a:ext cx="3801000" cy="402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you watched Toy Story (1995):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 Wars (1977)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of the Jedi (1983)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Independence Day (ID4)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Rock, The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Willy Wonka and the Chocolate Factory (1971)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Mission: Impossible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Fargo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Raiders of the Lost Ark (1981)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 Trek: First Contact (1996)</a:t>
            </a:r>
          </a:p>
        </p:txBody>
      </p:sp>
    </p:spTree>
    <p:extLst>
      <p:ext uri="{BB962C8B-B14F-4D97-AF65-F5344CB8AC3E}">
        <p14:creationId xmlns:p14="http://schemas.microsoft.com/office/powerpoint/2010/main" val="149402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F3355A5C-A3F6-1D86-1515-62FAE594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727DB4FE-CF03-C7CE-CF38-6FEA28FC7D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 System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1878D51B-603A-A148-8535-F67F3C73E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38750"/>
            <a:ext cx="4678754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Movie Recommendation using SVD (Singular Value Decomposition)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SVD is a matrix factorization technique used to predict user ratings for unseen items by learning latent factors from known user-item interactions. It helps in building personalized recommendations by identifying patterns in user preferences.</a:t>
            </a:r>
            <a:endParaRPr lang="en-US" sz="1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94DB7760-5E78-438F-CA8C-CBC4CF07D8F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90454" y="738750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300" b="1" dirty="0"/>
              <a:t>Output</a:t>
            </a:r>
            <a:endParaRPr sz="1300" b="1" dirty="0"/>
          </a:p>
        </p:txBody>
      </p: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539C4A84-06CC-7CAF-82F9-57A3423AEA6C}"/>
              </a:ext>
            </a:extLst>
          </p:cNvPr>
          <p:cNvSpPr txBox="1"/>
          <p:nvPr/>
        </p:nvSpPr>
        <p:spPr>
          <a:xfrm>
            <a:off x="311700" y="2342350"/>
            <a:ext cx="4353290" cy="2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en-US" sz="1300" b="1" dirty="0">
                <a:solidFill>
                  <a:schemeClr val="dk2"/>
                </a:solidFill>
                <a:latin typeface="Proxima Nova"/>
                <a:sym typeface="Proxima Nova"/>
              </a:rPr>
              <a:t>Implementation Steps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Loaded training and test data for 5 folds.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Converted data into the required format for the Surprise library.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Trained the SVD model on each training set.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Predicted ratings on the corresponding test set.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Calculated RMSE and MAE for model evaluation.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Identified movies the user hasn’t watched.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Recommended top 10 movies with the highest predicted ratings.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dk2"/>
              </a:solidFill>
              <a:latin typeface="Proxima Nova"/>
              <a:sym typeface="Proxima Nova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43E350AF-4244-6050-462D-F749960F3404}"/>
              </a:ext>
            </a:extLst>
          </p:cNvPr>
          <p:cNvSpPr txBox="1"/>
          <p:nvPr/>
        </p:nvSpPr>
        <p:spPr>
          <a:xfrm>
            <a:off x="4990454" y="2235952"/>
            <a:ext cx="3801000" cy="402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Amadeus (1984)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Casablanca (1942)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 Flew Over the Cuckoo's Nest (1975)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Close Shave, A (1995)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Wallace &amp; Gromit: The Best of Aardman Animation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Maltese Falcon, The (1941)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Paths of Glory (1957)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North by Northwest (1959)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Manchurian Candidate, The (1962)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Raise the Red Lantern (1991)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A0782-8F04-0042-34BA-09104F58BA02}"/>
              </a:ext>
            </a:extLst>
          </p:cNvPr>
          <p:cNvSpPr txBox="1"/>
          <p:nvPr/>
        </p:nvSpPr>
        <p:spPr>
          <a:xfrm>
            <a:off x="5162272" y="799094"/>
            <a:ext cx="415354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Evaluation</a:t>
            </a: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:</a:t>
            </a:r>
          </a:p>
          <a:p>
            <a:endParaRPr lang="en-US" sz="1300" kern="100" dirty="0">
              <a:solidFill>
                <a:schemeClr val="dk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Proxima Nova"/>
            </a:endParaRPr>
          </a:p>
          <a:p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Average RMSE: 93.82%</a:t>
            </a:r>
          </a:p>
          <a:p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Proxima Nova"/>
              </a:rPr>
              <a:t>Average MAE: 73.96%</a:t>
            </a:r>
          </a:p>
        </p:txBody>
      </p:sp>
    </p:spTree>
    <p:extLst>
      <p:ext uri="{BB962C8B-B14F-4D97-AF65-F5344CB8AC3E}">
        <p14:creationId xmlns:p14="http://schemas.microsoft.com/office/powerpoint/2010/main" val="958139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511BA6C6-E7E3-DFBA-0F1F-F1EC6ECF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E11614C3-F9DB-F204-D8CD-8570EF4FB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 System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117A1129-E69F-5F07-CE89-AFA418D6DD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38750"/>
            <a:ext cx="4678754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Movie Recommendation using Collaborative Filtering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code uses </a:t>
            </a:r>
            <a:r>
              <a:rPr lang="en-US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Item-Based Collaborative Filtering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</a:t>
            </a:r>
            <a:r>
              <a:rPr lang="en-US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cosine similarity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recommend movies. It predicts a user's rating for unseen movies based on how similar they are to movies the user has already rated.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5CF37ECD-7CA8-57AF-0656-DFFF5ED27DC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90454" y="738750"/>
            <a:ext cx="3999900" cy="3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300" b="1" dirty="0"/>
              <a:t>Output</a:t>
            </a:r>
            <a:endParaRPr sz="1300" b="1" dirty="0"/>
          </a:p>
        </p:txBody>
      </p: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D50EB70-66C9-0F59-22C5-C60DDD29851C}"/>
              </a:ext>
            </a:extLst>
          </p:cNvPr>
          <p:cNvSpPr txBox="1"/>
          <p:nvPr/>
        </p:nvSpPr>
        <p:spPr>
          <a:xfrm>
            <a:off x="311700" y="2342350"/>
            <a:ext cx="4353290" cy="2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en-US" sz="1300" b="1" dirty="0">
                <a:solidFill>
                  <a:schemeClr val="dk2"/>
                </a:solidFill>
                <a:latin typeface="Proxima Nova"/>
                <a:sym typeface="Proxima Nova"/>
              </a:rPr>
              <a:t>Implementation Steps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Merged user, movie, and ratings data into one dataset.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Created a User-Movie rating matrix.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Calculated cosine similarity between movies.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Predicted ratings for unseen movies using a weighted average of similar movies’ ratings.</a:t>
            </a:r>
          </a:p>
          <a:p>
            <a:pPr marL="285750" lvl="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Recommended the top N highest predicted-rated movies the user hasn’t seen.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dk2"/>
              </a:solidFill>
              <a:latin typeface="Proxima Nova"/>
              <a:sym typeface="Proxima Nova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DB22499-3780-724D-C021-B08AC64812E8}"/>
              </a:ext>
            </a:extLst>
          </p:cNvPr>
          <p:cNvSpPr txBox="1"/>
          <p:nvPr/>
        </p:nvSpPr>
        <p:spPr>
          <a:xfrm>
            <a:off x="4990454" y="1115870"/>
            <a:ext cx="3801000" cy="402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 Kid (1997)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Bang Theory, The (1994)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 Voices, Other Rooms (1997)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 of Means (1998)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Tokyo Fist (1995)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Hugo Pool (1997)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Hush (1998)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Nightwatch (1997)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Entertaining Angels: The Dorothy Day Story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300" kern="100" dirty="0">
                <a:solidFill>
                  <a:schemeClr val="dk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Further Gesture, A (1996)</a:t>
            </a:r>
          </a:p>
          <a:p>
            <a:pPr marL="285750" indent="-285750">
              <a:lnSpc>
                <a:spcPct val="115000"/>
              </a:lnSpc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1300" kern="100" dirty="0">
              <a:solidFill>
                <a:schemeClr val="dk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15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6F4E40E-60BA-9B8C-C120-CC02F9EC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A90DB2E-8D7C-81A8-C305-EF7F4E833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B2B825AA-28D9-B503-019E-7A042CF36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3212" y="107875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defTabSz="914400" eaLnBrk="0" fontAlgn="base" latinLnBrk="0" hangingPunct="0">
              <a:lnSpc>
                <a:spcPct val="115000"/>
              </a:lnSpc>
              <a:spcBef>
                <a:spcPct val="0"/>
              </a:spcBef>
              <a:buClr>
                <a:schemeClr val="dk2"/>
              </a:buClr>
              <a:buSzPts val="1800"/>
              <a:tabLst/>
            </a:pPr>
            <a:r>
              <a:rPr lang="en-US" altLang="en-US" sz="1800" dirty="0">
                <a:solidFill>
                  <a:schemeClr val="dk2"/>
                </a:solidFill>
                <a:latin typeface="Proxima Nova"/>
                <a:sym typeface="Proxima Nova"/>
              </a:rPr>
              <a:t>Explored collaborative filtering techniques to build personalized movie recommendation systems.</a:t>
            </a:r>
          </a:p>
          <a:p>
            <a:pPr defTabSz="914400" eaLnBrk="0" fontAlgn="base" latinLnBrk="0" hangingPunct="0">
              <a:lnSpc>
                <a:spcPct val="115000"/>
              </a:lnSpc>
              <a:spcBef>
                <a:spcPct val="0"/>
              </a:spcBef>
              <a:buClr>
                <a:schemeClr val="dk2"/>
              </a:buClr>
              <a:buSzPts val="1800"/>
              <a:tabLst/>
            </a:pPr>
            <a:r>
              <a:rPr lang="en-US" altLang="en-US" sz="1800" dirty="0">
                <a:solidFill>
                  <a:schemeClr val="dk2"/>
                </a:solidFill>
                <a:latin typeface="Proxima Nova"/>
                <a:sym typeface="Proxima Nova"/>
              </a:rPr>
              <a:t>Implemented item-item filtering using k-NN, matrix factorization via SVD, and memory-based filtering with cosine similarity.</a:t>
            </a:r>
          </a:p>
          <a:p>
            <a:pPr defTabSz="914400" eaLnBrk="0" fontAlgn="base" latinLnBrk="0" hangingPunct="0">
              <a:lnSpc>
                <a:spcPct val="115000"/>
              </a:lnSpc>
              <a:spcBef>
                <a:spcPct val="0"/>
              </a:spcBef>
              <a:buClr>
                <a:schemeClr val="dk2"/>
              </a:buClr>
              <a:buSzPts val="1800"/>
              <a:tabLst/>
            </a:pPr>
            <a:r>
              <a:rPr lang="en-US" altLang="en-US" sz="1800" dirty="0">
                <a:solidFill>
                  <a:schemeClr val="dk2"/>
                </a:solidFill>
                <a:latin typeface="Proxima Nova"/>
                <a:sym typeface="Proxima Nova"/>
              </a:rPr>
              <a:t>Each method predicted user preferences by analyzing historical rating patterns.</a:t>
            </a:r>
          </a:p>
          <a:p>
            <a:pPr defTabSz="914400" eaLnBrk="0" fontAlgn="base" latinLnBrk="0" hangingPunct="0">
              <a:lnSpc>
                <a:spcPct val="115000"/>
              </a:lnSpc>
              <a:spcBef>
                <a:spcPct val="0"/>
              </a:spcBef>
              <a:buClr>
                <a:schemeClr val="dk2"/>
              </a:buClr>
              <a:buSzPts val="1800"/>
              <a:tabLst/>
            </a:pPr>
            <a:r>
              <a:rPr lang="en-US" altLang="en-US" sz="1800" dirty="0">
                <a:solidFill>
                  <a:schemeClr val="dk2"/>
                </a:solidFill>
                <a:latin typeface="Proxima Nova"/>
                <a:sym typeface="Proxima Nova"/>
              </a:rPr>
              <a:t>SVD captured latent features for robust predictions, while k-NN and cosine similarity offered interpretable suggestions.</a:t>
            </a:r>
          </a:p>
          <a:p>
            <a:pPr defTabSz="914400" eaLnBrk="0" fontAlgn="base" latinLnBrk="0" hangingPunct="0">
              <a:lnSpc>
                <a:spcPct val="115000"/>
              </a:lnSpc>
              <a:spcBef>
                <a:spcPct val="0"/>
              </a:spcBef>
              <a:buClr>
                <a:schemeClr val="dk2"/>
              </a:buClr>
              <a:buSzPts val="1800"/>
              <a:tabLst/>
            </a:pPr>
            <a:r>
              <a:rPr lang="en-US" altLang="en-US" sz="1800" dirty="0">
                <a:solidFill>
                  <a:schemeClr val="dk2"/>
                </a:solidFill>
                <a:latin typeface="Proxima Nova"/>
                <a:sym typeface="Proxima Nova"/>
              </a:rPr>
              <a:t>These approaches demonstrate the value of recommender systems in enhancing user satisfaction through relevant, tailored movie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91288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757775" y="4368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876</Words>
  <Application>Microsoft Office PowerPoint</Application>
  <PresentationFormat>On-screen Show (16:9)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Courier New</vt:lpstr>
      <vt:lpstr>Proxima Nova</vt:lpstr>
      <vt:lpstr>Alfa Slab One</vt:lpstr>
      <vt:lpstr>Times New Roman</vt:lpstr>
      <vt:lpstr>Arial</vt:lpstr>
      <vt:lpstr>Calibri</vt:lpstr>
      <vt:lpstr>Gameday</vt:lpstr>
      <vt:lpstr>Capstone Project - 3</vt:lpstr>
      <vt:lpstr>Problem Statement</vt:lpstr>
      <vt:lpstr>Data Wrangling  </vt:lpstr>
      <vt:lpstr>Exploratory Data Analysis</vt:lpstr>
      <vt:lpstr>Exploratory Data Analysis</vt:lpstr>
      <vt:lpstr>Exploratory Data Analysis</vt:lpstr>
      <vt:lpstr>Exploratory Data Analysis</vt:lpstr>
      <vt:lpstr>Recommendation System</vt:lpstr>
      <vt:lpstr>Recommendation System</vt:lpstr>
      <vt:lpstr>Recommendation System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akshada rane</cp:lastModifiedBy>
  <cp:revision>1</cp:revision>
  <dcterms:modified xsi:type="dcterms:W3CDTF">2025-05-22T20:09:07Z</dcterms:modified>
</cp:coreProperties>
</file>